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Introduction to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F"/>
                </a:solidFill>
                <a:latin typeface="Calibri"/>
              </a:rPr>
              <a:t>Understanding plants and its importance.  ·  Key concepts and core principles.  ·  What you will learn in this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Background: What is plants?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Defining plants and key terminology.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Historical context of plants.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Why plants is important today.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Core Aspects of plants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Main principles and concepts within plants.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How different elements of plants work together.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Building blocks and foundational ideas.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Practical Applications of plants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Real-world examples of plants in action.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How plants impacts science, society, or technology.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Case studies and interesting discoveries.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Summary: Key Takeaways on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F"/>
                </a:solidFill>
                <a:latin typeface="Calibri"/>
              </a:rPr>
              <a:t>Most important points about plants.  ·  Quick review of what plants means.  ·  Thank you for learning about this topic!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