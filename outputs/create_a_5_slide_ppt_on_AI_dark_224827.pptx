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 i="0">
                <a:solidFill>
                  <a:srgbClr val="181F35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Introduction to create a 5 slide ppt 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E5FF"/>
                </a:solidFill>
                <a:latin typeface="Arial"/>
              </a:rPr>
              <a:t>Understanding create a 5 slide ppt on AI and its importance.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Background: What is create a 5 slide ppt on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E5FF"/>
                </a:solidFill>
                <a:latin typeface="Arial"/>
              </a:rPr>
              <a:t>2/5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2471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Defining create a 5 slide ppt on AI and key terminology.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56816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0253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Historical context of create a 5 slide ppt on AI.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06624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62656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523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Why create a 5 slide ppt on AI is important today.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Core Aspects of create a 5 slide ppt on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E5FF"/>
                </a:solidFill>
                <a:latin typeface="Arial"/>
              </a:rPr>
              <a:t>3/5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2471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Main principles and concepts within create a 5 slide ppt on 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56816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0253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How different elements of create a 5 slide ppt on AI work together.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06624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62656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523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Building blocks and foundational ideas.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Practical Applications of create a 5 slide ppt on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E5FF"/>
                </a:solidFill>
                <a:latin typeface="Arial"/>
              </a:rPr>
              <a:t>4/5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2471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Real-world examples of create a 5 slide ppt on AI in 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56816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0253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How create a 5 slide ppt on AI impacts science, society, or technology.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06624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62656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523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Case studies and interesting discoveries.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 i="0">
                <a:solidFill>
                  <a:srgbClr val="181F35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Summary: Key Takeaways on create a 5 slide ppt 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E5FF"/>
                </a:solidFill>
                <a:latin typeface="Arial"/>
              </a:rPr>
              <a:t>Most important points about create a 5 slide ppt on AI.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