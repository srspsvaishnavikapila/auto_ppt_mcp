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18288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0" b="1" i="0">
                <a:solidFill>
                  <a:srgbClr val="181F35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create a 5 slide ppt on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E5FF"/>
                </a:solidFill>
                <a:latin typeface="Arial"/>
              </a:rPr>
              <a:t>An introduction to the topic.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Background &amp;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01168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00E5FF"/>
                </a:solidFill>
                <a:latin typeface="Arial"/>
              </a:rPr>
              <a:t>2/5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24712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07008"/>
            <a:ext cx="11247120" cy="658368"/>
          </a:xfrm>
          <a:prstGeom prst="rect">
            <a:avLst/>
          </a:prstGeom>
          <a:solidFill>
            <a:srgbClr val="16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18872" cy="1188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52728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Arial"/>
              </a:rPr>
              <a:t>Understanding the foundations of this topic.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56816"/>
            <a:ext cx="11247120" cy="658368"/>
          </a:xfrm>
          <a:prstGeom prst="rect">
            <a:avLst/>
          </a:prstGeom>
          <a:solidFill>
            <a:srgbClr val="16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12848"/>
            <a:ext cx="118872" cy="1188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02536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Arial"/>
              </a:rPr>
              <a:t>Historical development and key milestones.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706624"/>
            <a:ext cx="11247120" cy="658368"/>
          </a:xfrm>
          <a:prstGeom prst="rect">
            <a:avLst/>
          </a:prstGeom>
          <a:solidFill>
            <a:srgbClr val="16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962656"/>
            <a:ext cx="118872" cy="1188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752344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Arial"/>
              </a:rPr>
              <a:t>Why this topic is important today.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Core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01168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00E5FF"/>
                </a:solidFill>
                <a:latin typeface="Arial"/>
              </a:rPr>
              <a:t>3/5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24712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07008"/>
            <a:ext cx="11247120" cy="658368"/>
          </a:xfrm>
          <a:prstGeom prst="rect">
            <a:avLst/>
          </a:prstGeom>
          <a:solidFill>
            <a:srgbClr val="16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18872" cy="1188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52728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Arial"/>
              </a:rPr>
              <a:t>The main ideas and principles involved.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56816"/>
            <a:ext cx="11247120" cy="658368"/>
          </a:xfrm>
          <a:prstGeom prst="rect">
            <a:avLst/>
          </a:prstGeom>
          <a:solidFill>
            <a:srgbClr val="16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12848"/>
            <a:ext cx="118872" cy="1188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02536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Arial"/>
              </a:rPr>
              <a:t>Important terminology and definitions.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706624"/>
            <a:ext cx="11247120" cy="658368"/>
          </a:xfrm>
          <a:prstGeom prst="rect">
            <a:avLst/>
          </a:prstGeom>
          <a:solidFill>
            <a:srgbClr val="16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962656"/>
            <a:ext cx="118872" cy="1188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752344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Arial"/>
              </a:rPr>
              <a:t>How the components interact with each other.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Real-World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01168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00E5FF"/>
                </a:solidFill>
                <a:latin typeface="Arial"/>
              </a:rPr>
              <a:t>4/5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78992"/>
            <a:ext cx="1124712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07008"/>
            <a:ext cx="11247120" cy="658368"/>
          </a:xfrm>
          <a:prstGeom prst="rect">
            <a:avLst/>
          </a:prstGeom>
          <a:solidFill>
            <a:srgbClr val="16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18872" cy="1188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52728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Arial"/>
              </a:rPr>
              <a:t>Practical examples from everyday life.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56816"/>
            <a:ext cx="11247120" cy="658368"/>
          </a:xfrm>
          <a:prstGeom prst="rect">
            <a:avLst/>
          </a:prstGeom>
          <a:solidFill>
            <a:srgbClr val="16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12848"/>
            <a:ext cx="118872" cy="1188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02536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Arial"/>
              </a:rPr>
              <a:t>How this topic affects science and technology.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706624"/>
            <a:ext cx="11247120" cy="658368"/>
          </a:xfrm>
          <a:prstGeom prst="rect">
            <a:avLst/>
          </a:prstGeom>
          <a:solidFill>
            <a:srgbClr val="16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962656"/>
            <a:ext cx="118872" cy="1188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752344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Arial"/>
              </a:rPr>
              <a:t>Case studies and interesting discoveries.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18288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0" b="1" i="0">
                <a:solidFill>
                  <a:srgbClr val="181F35"/>
                </a:solidFill>
                <a:latin typeface="Arial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Summary &amp;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E5FF"/>
                </a:solidFill>
                <a:latin typeface="Arial"/>
              </a:rPr>
              <a:t>Review of the most important points covered.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