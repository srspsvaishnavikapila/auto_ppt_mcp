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5394960"/>
            <a:ext cx="13716000" cy="2743200"/>
          </a:xfrm>
          <a:prstGeom prst="ellipse">
            <a:avLst/>
          </a:prstGeom>
          <a:solidFill>
            <a:srgbClr val="224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mbria"/>
              </a:rPr>
              <a:t>Introduction to plants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7BC62"/>
                </a:solidFill>
                <a:latin typeface="Calibri"/>
              </a:rPr>
              <a:t>· Understanding plants and its importance.  ·  Key concepts and core principles.  ·  What you will learn in this presentation. 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" y="411480"/>
            <a:ext cx="201168" cy="20116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201168" cy="20116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411480"/>
            <a:ext cx="201168" cy="20116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Background: What is plants?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182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97BC62"/>
                </a:solidFill>
                <a:latin typeface="Cambria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4048" y="1545336"/>
            <a:ext cx="201168" cy="20116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25880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A4A30"/>
                </a:solidFill>
                <a:latin typeface="Calibri"/>
              </a:rPr>
              <a:t>Defining plants and key terminology.</a:t>
            </a:r>
          </a:p>
        </p:txBody>
      </p:sp>
      <p:sp>
        <p:nvSpPr>
          <p:cNvPr id="11" name="Oval 10"/>
          <p:cNvSpPr/>
          <p:nvPr/>
        </p:nvSpPr>
        <p:spPr>
          <a:xfrm>
            <a:off x="384048" y="2331720"/>
            <a:ext cx="201168" cy="20116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112264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A4A30"/>
                </a:solidFill>
                <a:latin typeface="Calibri"/>
              </a:rPr>
              <a:t>Historical context of plants.</a:t>
            </a:r>
          </a:p>
        </p:txBody>
      </p:sp>
      <p:sp>
        <p:nvSpPr>
          <p:cNvPr id="13" name="Oval 12"/>
          <p:cNvSpPr/>
          <p:nvPr/>
        </p:nvSpPr>
        <p:spPr>
          <a:xfrm>
            <a:off x="384048" y="3118104"/>
            <a:ext cx="201168" cy="20116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898648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A4A30"/>
                </a:solidFill>
                <a:latin typeface="Calibri"/>
              </a:rPr>
              <a:t>Why plants is important today.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7446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" y="411480"/>
            <a:ext cx="201168" cy="20116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201168" cy="20116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411480"/>
            <a:ext cx="201168" cy="20116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Core Aspects of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182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97BC62"/>
                </a:solidFill>
                <a:latin typeface="Cambria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4048" y="1545336"/>
            <a:ext cx="201168" cy="20116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25880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A4A30"/>
                </a:solidFill>
                <a:latin typeface="Calibri"/>
              </a:rPr>
              <a:t>Main principles and concepts within plants.</a:t>
            </a:r>
          </a:p>
        </p:txBody>
      </p:sp>
      <p:sp>
        <p:nvSpPr>
          <p:cNvPr id="11" name="Oval 10"/>
          <p:cNvSpPr/>
          <p:nvPr/>
        </p:nvSpPr>
        <p:spPr>
          <a:xfrm>
            <a:off x="384048" y="2331720"/>
            <a:ext cx="201168" cy="20116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112264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A4A30"/>
                </a:solidFill>
                <a:latin typeface="Calibri"/>
              </a:rPr>
              <a:t>How different elements of plants work together.</a:t>
            </a:r>
          </a:p>
        </p:txBody>
      </p:sp>
      <p:sp>
        <p:nvSpPr>
          <p:cNvPr id="13" name="Oval 12"/>
          <p:cNvSpPr/>
          <p:nvPr/>
        </p:nvSpPr>
        <p:spPr>
          <a:xfrm>
            <a:off x="384048" y="3118104"/>
            <a:ext cx="201168" cy="20116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898648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A4A30"/>
                </a:solidFill>
                <a:latin typeface="Calibri"/>
              </a:rPr>
              <a:t>Building blocks and foundational ideas.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7446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6032" y="411480"/>
            <a:ext cx="201168" cy="20116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411480"/>
            <a:ext cx="201168" cy="20116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411480"/>
            <a:ext cx="201168" cy="20116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Practical Applications of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1828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97BC62"/>
                </a:solidFill>
                <a:latin typeface="Cambria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4048" y="1545336"/>
            <a:ext cx="201168" cy="20116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25880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A4A30"/>
                </a:solidFill>
                <a:latin typeface="Calibri"/>
              </a:rPr>
              <a:t>Real-world examples of plants in action.</a:t>
            </a:r>
          </a:p>
        </p:txBody>
      </p:sp>
      <p:sp>
        <p:nvSpPr>
          <p:cNvPr id="11" name="Oval 10"/>
          <p:cNvSpPr/>
          <p:nvPr/>
        </p:nvSpPr>
        <p:spPr>
          <a:xfrm>
            <a:off x="384048" y="2331720"/>
            <a:ext cx="201168" cy="20116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112264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A4A30"/>
                </a:solidFill>
                <a:latin typeface="Calibri"/>
              </a:rPr>
              <a:t>How plants impacts science, society, or technology.</a:t>
            </a:r>
          </a:p>
        </p:txBody>
      </p:sp>
      <p:sp>
        <p:nvSpPr>
          <p:cNvPr id="13" name="Oval 12"/>
          <p:cNvSpPr/>
          <p:nvPr/>
        </p:nvSpPr>
        <p:spPr>
          <a:xfrm>
            <a:off x="384048" y="3118104"/>
            <a:ext cx="201168" cy="20116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898648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A4A30"/>
                </a:solidFill>
                <a:latin typeface="Calibri"/>
              </a:rPr>
              <a:t>Case studies and interesting discoveries.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7359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5394960"/>
            <a:ext cx="13716000" cy="2743200"/>
          </a:xfrm>
          <a:prstGeom prst="ellipse">
            <a:avLst/>
          </a:prstGeom>
          <a:solidFill>
            <a:srgbClr val="224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mbria"/>
              </a:rPr>
              <a:t>Summary: Key Takeaways on plants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7BC62"/>
                </a:solidFill>
                <a:latin typeface="Calibri"/>
              </a:rPr>
              <a:t>· Most important points about plants.  ·  Quick review of what plants means.  ·  Thank you for learning about this topic! ·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30849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