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create a 5 slide ppt on solar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F"/>
                </a:solidFill>
                <a:latin typeface="Calibri"/>
              </a:rPr>
              <a:t>An introduction to the topic.  ·  Key concepts covered in this presentation.  ·  What you will learn today.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Background &amp;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572768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Understanding the foundations of this topic.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322576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Historical development and key milestones.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3072384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Why this topic is important today.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3156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Core Concepts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572768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The main ideas and principles involved.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322576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Important terminology and definitions.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3072384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How the components interact with each other.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3156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228832" y="2011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Real-World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1430000" cy="36576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1572768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53312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Practical examples from everyday life.</a:t>
            </a:r>
          </a:p>
        </p:txBody>
      </p:sp>
      <p:sp>
        <p:nvSpPr>
          <p:cNvPr id="9" name="Oval 8"/>
          <p:cNvSpPr/>
          <p:nvPr/>
        </p:nvSpPr>
        <p:spPr>
          <a:xfrm>
            <a:off x="320040" y="2322576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How this topic affects science and technology.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" y="3072384"/>
            <a:ext cx="164592" cy="164592"/>
          </a:xfrm>
          <a:prstGeom prst="ellipse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52928"/>
            <a:ext cx="11064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6B"/>
                </a:solidFill>
                <a:latin typeface="Calibri"/>
              </a:rPr>
              <a:t>Case studies and interesting discoveries.</a:t>
            </a:r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3156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Summary &amp;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9C74F"/>
                </a:solidFill>
                <a:latin typeface="Calibri"/>
              </a:rPr>
              <a:t>Review of the most important points covered.  ·  Questions to think about going forward.  ·  Thank you for your attention!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952" y="1371600"/>
            <a:ext cx="4114800" cy="23156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