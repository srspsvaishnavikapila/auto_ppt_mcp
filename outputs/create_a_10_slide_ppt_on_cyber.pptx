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 i="0">
                <a:solidFill>
                  <a:srgbClr val="181F35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Introduction to cyber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E5FF"/>
                </a:solidFill>
                <a:latin typeface="Arial"/>
              </a:rPr>
              <a:t>Understanding cyber security and its importance.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Background: What is cyber security?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E5FF"/>
                </a:solidFill>
                <a:latin typeface="Arial"/>
              </a:rPr>
              <a:t>2/5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2471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272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Defining cyber security and key terminology.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56816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0253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Historical context of cyber security.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06624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62656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5234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Why cyber security is important today.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Core Aspects of cyber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E5FF"/>
                </a:solidFill>
                <a:latin typeface="Arial"/>
              </a:rPr>
              <a:t>3/5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2471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272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Main principles and concepts within cyber security.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56816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0253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How different elements of cyber security work together.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06624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62656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5234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Building blocks and foundational ideas.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Practical Applications of cyber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E5FF"/>
                </a:solidFill>
                <a:latin typeface="Arial"/>
              </a:rPr>
              <a:t>4/5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2471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272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Real-world examples of cyber security in 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56816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0253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How cyber security impacts science, society, or technology.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06624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62656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5234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Case studies and interesting discoveries.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 i="0">
                <a:solidFill>
                  <a:srgbClr val="181F35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Summary: Key Takeaways on cyber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E5FF"/>
                </a:solidFill>
                <a:latin typeface="Arial"/>
              </a:rPr>
              <a:t>Most important points about cyber security.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